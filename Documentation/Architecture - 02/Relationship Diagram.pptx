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AC2F-1FB5-67D5-1D22-2FA0BE010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4BEB6-EEA2-EEC7-D86A-D012C29AD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5528B-437B-CC47-28C4-F6923375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30045-A03C-EFB4-CCA8-DBDDC4BE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4E313-AD53-B982-1097-A2B91C7C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0198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56E5-4D22-DBDB-ACA0-CBDE711B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80B1-7258-7D55-5BED-B4FACF26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BE05B-FBF7-12ED-F247-2EDCD1E48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659F-D441-B4DB-33E5-7607F332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0BB90-70A1-46BB-D622-D23752F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751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8183-4599-5B6E-2E61-7CD4AE49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60E48-AB8D-BF5D-43A9-51DD9A8C5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F7CB3-95E7-E40E-6428-DB141EA0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E1573-9FB0-428F-4600-C2D8ADE2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A3DD6-8069-9AE2-0FE2-456306CB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7826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39B25-D1F4-D807-4B5A-0A0A8FF0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78FF-6FB1-A6D1-FBCF-C69FBE14D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3B0A3-304C-935D-D29F-927CE969C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6F0F0-B3FC-F8D4-474D-FFF26896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B5614-1D45-F11A-7890-C406F0C6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D549F-1BE2-25B8-6077-51B823C1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0635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972F-5637-94C3-7244-33498125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1DB9D-54B7-933A-58F8-F6A118AFE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02334-91AB-944F-0B2E-71A9BE114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57824-81F4-476A-D216-D39B32AFD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0377A-572B-5503-1B52-81E912006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DC033-9513-5BA3-AB06-C447BF9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BDFD20-61CA-1F1C-5452-AB102960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82E85-73B2-FEFC-8CEA-DBDE4439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4407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4238-F2C0-D946-4692-A3DF155B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0AD99-9F9F-4A66-18EE-95116DCC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0FD40-6A7C-1C8E-9BB8-9D9C6AB1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D8647-0A7F-ED6C-4A78-C88C5B69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4554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ECAF0-E00B-6715-5B11-BE41154B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B8460-98EA-93B2-1AFE-F2C3B05E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CD966-731C-6A1C-79BA-F9B0B747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664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06C7-4F4D-0F08-F432-C9172DD8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4585-ED62-D6F0-4BBB-2FD3B8F4E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65ACA-A8DE-9BF0-BCD5-2DF768FD4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DEEAA-8BC7-9562-CA51-F61C664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1BE0E-25A3-6851-93C2-6458C1F4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F30B9-DBBF-B090-D418-9DEC7553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840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4DCE-9524-6E86-F216-77156BAA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7EBD6-56DC-FDCE-A372-57382240D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6DE3-7414-7907-5EE9-1D9E1031D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E6D2B-33C6-D881-DA20-0D7126ED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A737-C52B-E6C3-408B-CAAD0273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18569-E908-1B84-A670-0382A510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40360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8F31-8D72-0CF2-7B39-E3FDD85B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81AE1-8517-5F8D-D410-ABB9465C9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0A3F-5100-EC70-251F-D07A13A6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757A-F96D-6861-0DFE-9CF280F9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CF81-8900-E41A-D75D-0C4B4F4A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7128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C2E07-8FDD-100F-A694-A3AD4ECDB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CB1AA-2626-0C19-BB01-4777896DE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7236-3422-4CB3-FAAC-1E6D1D5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0CEAB-22FB-820E-E5EE-5CA0B4C7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C61D5-91F3-98C0-854C-86ACB711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1210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AF5250-E235-BB99-6485-390DA983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3AF24-2E34-0384-4AA7-5C64A051D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139B-98D1-11CF-C7E5-6477E293D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91C73-B9F0-4F3F-85A6-312BC04571AD}" type="datetimeFigureOut">
              <a:rPr lang="en-NG" smtClean="0"/>
              <a:t>25/06/2026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CCC3D-AEC1-91B6-7C14-8336C415A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4AEDA-1E4A-22DC-59CA-8A25D723F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CD0FD-04D2-42A4-BA82-2D3A3785D07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9250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609E-BD73-6386-D9FF-C3878E497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E5121-A60A-B35B-75A4-B985C8E1B53E}"/>
              </a:ext>
            </a:extLst>
          </p:cNvPr>
          <p:cNvSpPr/>
          <p:nvPr/>
        </p:nvSpPr>
        <p:spPr>
          <a:xfrm>
            <a:off x="279721" y="1191680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DimCustomer</a:t>
            </a:r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34E6B-4846-6268-3899-54685212C1EB}"/>
              </a:ext>
            </a:extLst>
          </p:cNvPr>
          <p:cNvSpPr/>
          <p:nvPr/>
        </p:nvSpPr>
        <p:spPr>
          <a:xfrm>
            <a:off x="9134354" y="1170846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DimBranch</a:t>
            </a:r>
            <a:endParaRPr lang="en-N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712FD-5F8F-2C35-0C03-C2921DE6DA34}"/>
              </a:ext>
            </a:extLst>
          </p:cNvPr>
          <p:cNvSpPr/>
          <p:nvPr/>
        </p:nvSpPr>
        <p:spPr>
          <a:xfrm>
            <a:off x="2967804" y="1191680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DimAccount</a:t>
            </a:r>
            <a:endParaRPr lang="en-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46EB6-1F41-3CA9-86CA-8543AD606A55}"/>
              </a:ext>
            </a:extLst>
          </p:cNvPr>
          <p:cNvSpPr/>
          <p:nvPr/>
        </p:nvSpPr>
        <p:spPr>
          <a:xfrm>
            <a:off x="6023657" y="1192249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DimProduct</a:t>
            </a:r>
            <a:endParaRPr lang="en-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5D941-A85A-7722-192A-71F4743B1EAD}"/>
              </a:ext>
            </a:extLst>
          </p:cNvPr>
          <p:cNvSpPr/>
          <p:nvPr/>
        </p:nvSpPr>
        <p:spPr>
          <a:xfrm>
            <a:off x="4302889" y="133037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DimDate</a:t>
            </a:r>
            <a:endParaRPr lang="en-N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D67169-6697-6F5F-1E43-887D31EB3A3D}"/>
              </a:ext>
            </a:extLst>
          </p:cNvPr>
          <p:cNvSpPr/>
          <p:nvPr/>
        </p:nvSpPr>
        <p:spPr>
          <a:xfrm>
            <a:off x="4302889" y="2229100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FactTransaction</a:t>
            </a:r>
            <a:endParaRPr lang="en-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908746-3C17-B57F-A6FD-2B78CE8BA176}"/>
              </a:ext>
            </a:extLst>
          </p:cNvPr>
          <p:cNvSpPr/>
          <p:nvPr/>
        </p:nvSpPr>
        <p:spPr>
          <a:xfrm>
            <a:off x="4302889" y="3086067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FactLoan</a:t>
            </a:r>
            <a:endParaRPr lang="en-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7463B-F71C-3A37-E33C-BF1433FC80CB}"/>
              </a:ext>
            </a:extLst>
          </p:cNvPr>
          <p:cNvSpPr/>
          <p:nvPr/>
        </p:nvSpPr>
        <p:spPr>
          <a:xfrm>
            <a:off x="4302889" y="3914571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FactLoanRepayment</a:t>
            </a:r>
            <a:endParaRPr lang="en-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8EF691-EADF-31A7-57D6-77F6D12C38D8}"/>
              </a:ext>
            </a:extLst>
          </p:cNvPr>
          <p:cNvSpPr/>
          <p:nvPr/>
        </p:nvSpPr>
        <p:spPr>
          <a:xfrm>
            <a:off x="4302889" y="4743075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FactComplaint</a:t>
            </a:r>
            <a:endParaRPr lang="en-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76BC2-F969-7F16-4A52-C599ED377346}"/>
              </a:ext>
            </a:extLst>
          </p:cNvPr>
          <p:cNvSpPr/>
          <p:nvPr/>
        </p:nvSpPr>
        <p:spPr>
          <a:xfrm>
            <a:off x="4302889" y="5735637"/>
            <a:ext cx="2488557" cy="578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G" dirty="0" err="1"/>
              <a:t>FactDigitalActivity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082081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Ogooluwakitan Odebunmi</dc:creator>
  <cp:lastModifiedBy>Ogooluwakitan Odebunmi</cp:lastModifiedBy>
  <cp:revision>3</cp:revision>
  <dcterms:created xsi:type="dcterms:W3CDTF">2026-06-24T23:13:58Z</dcterms:created>
  <dcterms:modified xsi:type="dcterms:W3CDTF">2026-06-25T09:56:15Z</dcterms:modified>
</cp:coreProperties>
</file>